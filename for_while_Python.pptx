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D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471B8A7-7198-0FEE-7356-638FAC382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3" r="27737" b="-1"/>
          <a:stretch>
            <a:fillRect/>
          </a:stretch>
        </p:blipFill>
        <p:spPr>
          <a:xfrm>
            <a:off x="3845858" y="10"/>
            <a:ext cx="529814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487372" cy="1922588"/>
          </a:xfrm>
        </p:spPr>
        <p:txBody>
          <a:bodyPr anchor="b">
            <a:normAutofit/>
          </a:bodyPr>
          <a:lstStyle/>
          <a:p>
            <a:pPr algn="l"/>
            <a:r>
              <a:rPr lang="uk-UA" sz="4200" dirty="0">
                <a:solidFill>
                  <a:schemeClr val="bg1"/>
                </a:solidFill>
              </a:rPr>
              <a:t>Цикли в </a:t>
            </a:r>
            <a:r>
              <a:rPr lang="en-US" sz="4200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47" y="3568551"/>
            <a:ext cx="6520357" cy="230975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300" dirty="0">
                <a:solidFill>
                  <a:schemeClr val="bg1"/>
                </a:solidFill>
              </a:rPr>
              <a:t>for • while </a:t>
            </a:r>
          </a:p>
          <a:p>
            <a:pPr algn="l"/>
            <a:endParaRPr lang="en-US" sz="2300" dirty="0">
              <a:solidFill>
                <a:schemeClr val="bg1"/>
              </a:solidFill>
            </a:endParaRPr>
          </a:p>
          <a:p>
            <a:pPr algn="l"/>
            <a:endParaRPr lang="en-US" sz="2300" dirty="0">
              <a:solidFill>
                <a:schemeClr val="bg1"/>
              </a:solidFill>
            </a:endParaRPr>
          </a:p>
          <a:p>
            <a:pPr algn="l"/>
            <a:endParaRPr lang="en-US" sz="2300" dirty="0">
              <a:solidFill>
                <a:schemeClr val="bg1"/>
              </a:solidFill>
            </a:endParaRPr>
          </a:p>
          <a:p>
            <a:pPr algn="l"/>
            <a:endParaRPr lang="en-US" sz="1700" dirty="0">
              <a:solidFill>
                <a:schemeClr val="bg1"/>
              </a:solidFill>
            </a:endParaRPr>
          </a:p>
          <a:p>
            <a:pPr algn="l"/>
            <a:endParaRPr lang="en-US" sz="1700" dirty="0">
              <a:solidFill>
                <a:schemeClr val="bg1"/>
              </a:solidFill>
            </a:endParaRPr>
          </a:p>
          <a:p>
            <a:pPr algn="l"/>
            <a:endParaRPr lang="en-US" sz="1700" dirty="0">
              <a:solidFill>
                <a:schemeClr val="bg1"/>
              </a:solidFill>
            </a:endParaRPr>
          </a:p>
          <a:p>
            <a:pPr algn="l"/>
            <a:endParaRPr lang="en-US" sz="1700" dirty="0">
              <a:solidFill>
                <a:schemeClr val="bg1"/>
              </a:solidFill>
            </a:endParaRP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Algorithm Anchor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800C532C-AAD2-DCA5-720C-1FA53139349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Що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таке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цикл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Цикл</a:t>
            </a:r>
            <a:r>
              <a:rPr dirty="0">
                <a:solidFill>
                  <a:schemeClr val="bg1"/>
                </a:solidFill>
              </a:rPr>
              <a:t> — </a:t>
            </a:r>
            <a:r>
              <a:rPr dirty="0" err="1">
                <a:solidFill>
                  <a:schemeClr val="bg1"/>
                </a:solidFill>
              </a:rPr>
              <a:t>це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конструкція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яка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дозволяє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повторювати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код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кілька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разів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 err="1">
                <a:solidFill>
                  <a:schemeClr val="bg1"/>
                </a:solidFill>
              </a:rPr>
              <a:t>Навіщо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потрібні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цикли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менше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коду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автоматизація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дій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зручна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робота</a:t>
            </a:r>
            <a:r>
              <a:rPr dirty="0">
                <a:solidFill>
                  <a:schemeClr val="bg1"/>
                </a:solidFill>
              </a:rPr>
              <a:t> з </a:t>
            </a:r>
            <a:r>
              <a:rPr dirty="0" err="1">
                <a:solidFill>
                  <a:schemeClr val="bg1"/>
                </a:solidFill>
              </a:rPr>
              <a:t>повтореннями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DD2E927B-9DF3-AAF9-ED28-31E9E060FC6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Цикл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Цикл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використовується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коли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ми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знаємо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кількість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повторів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7B055-52A0-9856-AA55-D47021739DD6}"/>
              </a:ext>
            </a:extLst>
          </p:cNvPr>
          <p:cNvSpPr txBox="1"/>
          <p:nvPr/>
        </p:nvSpPr>
        <p:spPr>
          <a:xfrm>
            <a:off x="457199" y="5564286"/>
            <a:ext cx="67907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rgbClr val="FF0000"/>
                </a:solidFill>
              </a:rPr>
              <a:t>range</a:t>
            </a:r>
            <a:r>
              <a:rPr lang="ru-RU" sz="2400" dirty="0">
                <a:solidFill>
                  <a:srgbClr val="FF0000"/>
                </a:solidFill>
              </a:rPr>
              <a:t>(5) </a:t>
            </a:r>
            <a:r>
              <a:rPr lang="ru-RU" sz="2400" dirty="0" err="1">
                <a:solidFill>
                  <a:srgbClr val="FF0000"/>
                </a:solidFill>
              </a:rPr>
              <a:t>створює</a:t>
            </a:r>
            <a:r>
              <a:rPr lang="ru-RU" sz="2400" dirty="0">
                <a:solidFill>
                  <a:srgbClr val="FF0000"/>
                </a:solidFill>
              </a:rPr>
              <a:t> числа: 0, 1, 2, 3, 4</a:t>
            </a:r>
          </a:p>
          <a:p>
            <a:r>
              <a:rPr lang="ru-RU" sz="2400" dirty="0">
                <a:solidFill>
                  <a:srgbClr val="FF0000"/>
                </a:solidFill>
              </a:rPr>
              <a:t>i — </a:t>
            </a:r>
            <a:r>
              <a:rPr lang="ru-RU" sz="2400" dirty="0" err="1">
                <a:solidFill>
                  <a:srgbClr val="FF0000"/>
                </a:solidFill>
              </a:rPr>
              <a:t>змінна</a:t>
            </a:r>
            <a:r>
              <a:rPr lang="ru-RU" sz="2400" dirty="0">
                <a:solidFill>
                  <a:srgbClr val="FF0000"/>
                </a:solidFill>
              </a:rPr>
              <a:t> циклу</a:t>
            </a:r>
          </a:p>
          <a:p>
            <a:r>
              <a:rPr lang="ru-RU" sz="2400" dirty="0">
                <a:solidFill>
                  <a:srgbClr val="FF0000"/>
                </a:solidFill>
              </a:rPr>
              <a:t>Код </a:t>
            </a:r>
            <a:r>
              <a:rPr lang="ru-RU" sz="2400" dirty="0" err="1">
                <a:solidFill>
                  <a:srgbClr val="FF0000"/>
                </a:solidFill>
              </a:rPr>
              <a:t>виконується</a:t>
            </a:r>
            <a:r>
              <a:rPr lang="ru-RU" sz="2400" dirty="0">
                <a:solidFill>
                  <a:srgbClr val="FF0000"/>
                </a:solidFill>
              </a:rPr>
              <a:t> для кожного </a:t>
            </a:r>
            <a:r>
              <a:rPr lang="ru-RU" sz="2400" dirty="0" err="1">
                <a:solidFill>
                  <a:srgbClr val="FF0000"/>
                </a:solidFill>
              </a:rPr>
              <a:t>значення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11" name="Рисунок 10" descr="Зображення, що містить текст, знімок екрана, Шрифт, дизайн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DAA071DF-5521-C972-586B-C0D43F64D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2343249"/>
            <a:ext cx="3314700" cy="3038475"/>
          </a:xfrm>
          <a:prstGeom prst="rect">
            <a:avLst/>
          </a:prstGeom>
        </p:spPr>
      </p:pic>
      <p:sp>
        <p:nvSpPr>
          <p:cNvPr id="7" name="Стрілка: угору 6">
            <a:extLst>
              <a:ext uri="{FF2B5EF4-FFF2-40B4-BE49-F238E27FC236}">
                <a16:creationId xmlns:a16="http://schemas.microsoft.com/office/drawing/2014/main" id="{AC4C0E2E-952C-4C19-C5A5-03C5EE7ACEFF}"/>
              </a:ext>
            </a:extLst>
          </p:cNvPr>
          <p:cNvSpPr/>
          <p:nvPr/>
        </p:nvSpPr>
        <p:spPr>
          <a:xfrm rot="12286858">
            <a:off x="5855831" y="1443957"/>
            <a:ext cx="457200" cy="1317812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2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22258A61-17CB-F705-C8F5-EFAE4A52AE5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Цикл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Цикл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while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виконується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поки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умова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істинна</a:t>
            </a:r>
            <a:r>
              <a:rPr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dirty="0" err="1"/>
              <a:t>Приклад</a:t>
            </a:r>
            <a:r>
              <a:rPr dirty="0"/>
              <a:t>:</a:t>
            </a:r>
            <a:endParaRPr lang="en-US" dirty="0"/>
          </a:p>
          <a:p>
            <a:endParaRPr dirty="0"/>
          </a:p>
        </p:txBody>
      </p:sp>
      <p:pic>
        <p:nvPicPr>
          <p:cNvPr id="5" name="Рисунок 4" descr="Зображення, що містить текст, знімок екрана, Шрифт, число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946EED33-FFBD-5C58-F888-44D12D33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671" y="2379245"/>
            <a:ext cx="4257673" cy="4204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D261D9F2-C9AD-DFE6-C8DD-5B9C38481725}"/>
              </a:ext>
            </a:extLst>
          </p:cNvPr>
          <p:cNvSpPr/>
          <p:nvPr/>
        </p:nvSpPr>
        <p:spPr>
          <a:xfrm>
            <a:off x="-12413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23" y="0"/>
            <a:ext cx="8229600" cy="1143000"/>
          </a:xfrm>
        </p:spPr>
        <p:txBody>
          <a:bodyPr/>
          <a:lstStyle/>
          <a:p>
            <a:r>
              <a:rPr dirty="0" err="1">
                <a:solidFill>
                  <a:srgbClr val="FF0000"/>
                </a:solidFill>
              </a:rPr>
              <a:t>Практика</a:t>
            </a:r>
            <a:r>
              <a:rPr dirty="0">
                <a:solidFill>
                  <a:srgbClr val="FF0000"/>
                </a:solidFill>
              </a:rPr>
              <a:t>: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123" y="1402536"/>
            <a:ext cx="5897052" cy="748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Виведи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парні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числа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від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2 </a:t>
            </a:r>
            <a:r>
              <a:rPr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до</a:t>
            </a:r>
            <a:r>
              <a:rPr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20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B02352-C7FD-3F44-7B49-CBEAFEEBD3A8}"/>
              </a:ext>
            </a:extLst>
          </p:cNvPr>
          <p:cNvSpPr txBox="1">
            <a:spLocks/>
          </p:cNvSpPr>
          <p:nvPr/>
        </p:nvSpPr>
        <p:spPr>
          <a:xfrm>
            <a:off x="457200" y="268159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dirty="0">
                <a:solidFill>
                  <a:srgbClr val="FF0000"/>
                </a:solidFill>
              </a:rPr>
              <a:t>Практика: </a:t>
            </a:r>
            <a:r>
              <a:rPr lang="en-US" dirty="0">
                <a:solidFill>
                  <a:srgbClr val="FF0000"/>
                </a:solidFill>
              </a:rPr>
              <a:t>while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4C6867C-2A10-E4B4-F538-159F8697F94E}"/>
              </a:ext>
            </a:extLst>
          </p:cNvPr>
          <p:cNvSpPr txBox="1">
            <a:spLocks/>
          </p:cNvSpPr>
          <p:nvPr/>
        </p:nvSpPr>
        <p:spPr>
          <a:xfrm>
            <a:off x="545123" y="4354667"/>
            <a:ext cx="8229600" cy="1100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err="1">
                <a:solidFill>
                  <a:srgbClr val="B7DEE8"/>
                </a:solidFill>
              </a:rPr>
              <a:t>Виведи</a:t>
            </a:r>
            <a:r>
              <a:rPr lang="ru-RU" dirty="0">
                <a:solidFill>
                  <a:srgbClr val="B7DEE8"/>
                </a:solidFill>
              </a:rPr>
              <a:t> числа </a:t>
            </a:r>
            <a:r>
              <a:rPr lang="ru-RU" dirty="0" err="1">
                <a:solidFill>
                  <a:srgbClr val="B7DEE8"/>
                </a:solidFill>
              </a:rPr>
              <a:t>від</a:t>
            </a:r>
            <a:r>
              <a:rPr lang="ru-RU" dirty="0">
                <a:solidFill>
                  <a:srgbClr val="B7DEE8"/>
                </a:solidFill>
              </a:rPr>
              <a:t> 10 до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107</Words>
  <Application>Microsoft Office PowerPoint</Application>
  <PresentationFormat>Екран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Цикли в Python</vt:lpstr>
      <vt:lpstr>Що таке цикл?</vt:lpstr>
      <vt:lpstr>Цикл for</vt:lpstr>
      <vt:lpstr>Цикл while</vt:lpstr>
      <vt:lpstr>Практика: for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Коханчук Денис Тарасович</cp:lastModifiedBy>
  <cp:revision>2</cp:revision>
  <dcterms:created xsi:type="dcterms:W3CDTF">2013-01-27T09:14:16Z</dcterms:created>
  <dcterms:modified xsi:type="dcterms:W3CDTF">2026-01-17T08:34:58Z</dcterms:modified>
  <cp:category/>
</cp:coreProperties>
</file>