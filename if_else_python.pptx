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98" r:id="rId2"/>
    <p:sldId id="300" r:id="rId3"/>
    <p:sldId id="301" r:id="rId4"/>
    <p:sldId id="302" r:id="rId5"/>
    <p:sldId id="303" r:id="rId6"/>
  </p:sldIdLst>
  <p:sldSz cx="12192000" cy="6858000"/>
  <p:notesSz cx="6858000" cy="9144000"/>
  <p:defaultTextStyle>
    <a:defPPr>
      <a:defRPr lang="uk-UA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48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46C47AF-9A22-AA55-8779-B19178127A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Підзаголовок 2">
            <a:extLst>
              <a:ext uri="{FF2B5EF4-FFF2-40B4-BE49-F238E27FC236}">
                <a16:creationId xmlns:a16="http://schemas.microsoft.com/office/drawing/2014/main" id="{91173552-CABF-3FE0-808D-7DB86DF0A6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uk-UA"/>
              <a:t>Клацніть, щоб редагувати стиль зразка підзаголовка</a:t>
            </a:r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ACCA4F84-D573-A4BC-7F73-35D9A79D28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8E3BA5-3C9A-43FB-A79B-D47138041B44}" type="datetimeFigureOut">
              <a:rPr lang="uk-UA" smtClean="0"/>
              <a:t>15.01.2026</a:t>
            </a:fld>
            <a:endParaRPr lang="uk-UA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2B89B90B-99BD-0633-60DE-6E469518A2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5F61AF15-ACED-DD05-FA18-2064955A73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970156-DD6E-4B7D-B16E-B87D4AF3DCBF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911189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Назва та вмі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F30C225-3D9F-94CF-9640-DFCDF1B867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844B8BBD-F8C3-CA90-B28E-1474E11C6A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C161EF75-85D9-9E3F-4D34-7360F7EA70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8E3BA5-3C9A-43FB-A79B-D47138041B44}" type="datetimeFigureOut">
              <a:rPr lang="uk-UA" smtClean="0"/>
              <a:t>15.01.2026</a:t>
            </a:fld>
            <a:endParaRPr lang="uk-UA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029652A6-6D14-C428-3150-C8588D7C92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85DCED7D-BE34-0DA5-92BB-12B2175231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970156-DD6E-4B7D-B16E-B87D4AF3DCBF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7865438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Назва розділ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B1ECC84-36E3-15E9-8F02-04D4A8F87E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832250AB-8EE0-640D-7E74-1481C4A987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4F65DAAB-C2DC-EAFB-8ACF-5B467FC395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8E3BA5-3C9A-43FB-A79B-D47138041B44}" type="datetimeFigureOut">
              <a:rPr lang="uk-UA" smtClean="0"/>
              <a:t>15.01.2026</a:t>
            </a:fld>
            <a:endParaRPr lang="uk-UA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EA904772-D3B3-E68B-1211-808910B2B9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BCBC0E56-D471-7551-6873-205F49AC7D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970156-DD6E-4B7D-B16E-B87D4AF3DCBF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3668022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’єкт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6DBD004-AEBE-A780-4042-FD8BD0A761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A34CEE51-BF2C-0048-7B54-99A0176C4CF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9A986273-1AD5-FCFD-661E-5164FFE295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52110B53-4E12-83B8-7BB3-BA142AF618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8E3BA5-3C9A-43FB-A79B-D47138041B44}" type="datetimeFigureOut">
              <a:rPr lang="uk-UA" smtClean="0"/>
              <a:t>15.01.2026</a:t>
            </a:fld>
            <a:endParaRPr lang="uk-UA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51D9CD29-1804-67AA-BD4C-92C75334FD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298C90EB-6F20-006D-AD5C-EB8B15F85E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970156-DD6E-4B7D-B16E-B87D4AF3DCBF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7667528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Порівнянн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BD17460-EB86-798B-46D0-28CFC2483A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FEB183DA-F4C0-6C90-EFC3-E5A05B98B9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D4FACF53-F02D-B7BD-7EE1-17C03A376C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5" name="Місце для тексту 4">
            <a:extLst>
              <a:ext uri="{FF2B5EF4-FFF2-40B4-BE49-F238E27FC236}">
                <a16:creationId xmlns:a16="http://schemas.microsoft.com/office/drawing/2014/main" id="{3F42A5DC-AB68-9A24-D80F-506E1683FA8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6" name="Місце для вмісту 5">
            <a:extLst>
              <a:ext uri="{FF2B5EF4-FFF2-40B4-BE49-F238E27FC236}">
                <a16:creationId xmlns:a16="http://schemas.microsoft.com/office/drawing/2014/main" id="{89B27DAE-5743-A426-14DF-36879947211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7" name="Місце для дати 6">
            <a:extLst>
              <a:ext uri="{FF2B5EF4-FFF2-40B4-BE49-F238E27FC236}">
                <a16:creationId xmlns:a16="http://schemas.microsoft.com/office/drawing/2014/main" id="{DDEB455A-2525-EA98-3227-CF3FE8D8F7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8E3BA5-3C9A-43FB-A79B-D47138041B44}" type="datetimeFigureOut">
              <a:rPr lang="uk-UA" smtClean="0"/>
              <a:t>15.01.2026</a:t>
            </a:fld>
            <a:endParaRPr lang="uk-UA"/>
          </a:p>
        </p:txBody>
      </p:sp>
      <p:sp>
        <p:nvSpPr>
          <p:cNvPr id="8" name="Місце для нижнього колонтитула 7">
            <a:extLst>
              <a:ext uri="{FF2B5EF4-FFF2-40B4-BE49-F238E27FC236}">
                <a16:creationId xmlns:a16="http://schemas.microsoft.com/office/drawing/2014/main" id="{82EE7CCB-74B9-E018-73F1-7B8DBE3E81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9" name="Місце для номера слайда 8">
            <a:extLst>
              <a:ext uri="{FF2B5EF4-FFF2-40B4-BE49-F238E27FC236}">
                <a16:creationId xmlns:a16="http://schemas.microsoft.com/office/drawing/2014/main" id="{6D7B7381-B71A-49C1-9BE3-EEA14C5822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970156-DD6E-4B7D-B16E-B87D4AF3DCBF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9385508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Лише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2CCDF33-DBEA-7D29-F0E8-B3ACD57041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дати 2">
            <a:extLst>
              <a:ext uri="{FF2B5EF4-FFF2-40B4-BE49-F238E27FC236}">
                <a16:creationId xmlns:a16="http://schemas.microsoft.com/office/drawing/2014/main" id="{EF59AC26-579D-4361-91F2-B9455A1CB8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8E3BA5-3C9A-43FB-A79B-D47138041B44}" type="datetimeFigureOut">
              <a:rPr lang="uk-UA" smtClean="0"/>
              <a:t>15.01.2026</a:t>
            </a:fld>
            <a:endParaRPr lang="uk-UA"/>
          </a:p>
        </p:txBody>
      </p:sp>
      <p:sp>
        <p:nvSpPr>
          <p:cNvPr id="4" name="Місце для нижнього колонтитула 3">
            <a:extLst>
              <a:ext uri="{FF2B5EF4-FFF2-40B4-BE49-F238E27FC236}">
                <a16:creationId xmlns:a16="http://schemas.microsoft.com/office/drawing/2014/main" id="{5DA77171-6D5A-F628-E727-72A89B7C1A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5" name="Місце для номера слайда 4">
            <a:extLst>
              <a:ext uri="{FF2B5EF4-FFF2-40B4-BE49-F238E27FC236}">
                <a16:creationId xmlns:a16="http://schemas.microsoft.com/office/drawing/2014/main" id="{558FC0E3-AB6C-01FF-CB9C-D753217E60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970156-DD6E-4B7D-B16E-B87D4AF3DCBF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6520302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дати 1">
            <a:extLst>
              <a:ext uri="{FF2B5EF4-FFF2-40B4-BE49-F238E27FC236}">
                <a16:creationId xmlns:a16="http://schemas.microsoft.com/office/drawing/2014/main" id="{A6E9D149-52AA-9ED2-035C-F60E65CB8A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8E3BA5-3C9A-43FB-A79B-D47138041B44}" type="datetimeFigureOut">
              <a:rPr lang="uk-UA" smtClean="0"/>
              <a:t>15.01.2026</a:t>
            </a:fld>
            <a:endParaRPr lang="uk-UA"/>
          </a:p>
        </p:txBody>
      </p:sp>
      <p:sp>
        <p:nvSpPr>
          <p:cNvPr id="3" name="Місце для нижнього колонтитула 2">
            <a:extLst>
              <a:ext uri="{FF2B5EF4-FFF2-40B4-BE49-F238E27FC236}">
                <a16:creationId xmlns:a16="http://schemas.microsoft.com/office/drawing/2014/main" id="{4E966914-365F-A370-397C-801DC69748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4" name="Місце для номера слайда 3">
            <a:extLst>
              <a:ext uri="{FF2B5EF4-FFF2-40B4-BE49-F238E27FC236}">
                <a16:creationId xmlns:a16="http://schemas.microsoft.com/office/drawing/2014/main" id="{3492B3DE-F0CD-1B0D-0A90-9D1257670A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970156-DD6E-4B7D-B16E-B87D4AF3DCBF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3513562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Вміст і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7288B01-34C2-28FC-74E3-9B2A196BB4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DC2850D6-6FA0-46E7-D22D-D896E4A7A1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4" name="Місце для тексту 3">
            <a:extLst>
              <a:ext uri="{FF2B5EF4-FFF2-40B4-BE49-F238E27FC236}">
                <a16:creationId xmlns:a16="http://schemas.microsoft.com/office/drawing/2014/main" id="{C0422DA7-C2A7-19E7-8FAB-9261543AC4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94D7A4C1-116E-12B0-6EF6-3639045B61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8E3BA5-3C9A-43FB-A79B-D47138041B44}" type="datetimeFigureOut">
              <a:rPr lang="uk-UA" smtClean="0"/>
              <a:t>15.01.2026</a:t>
            </a:fld>
            <a:endParaRPr lang="uk-UA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31A5C57B-D2BA-D5F2-D620-7B527BDF7C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1C94D239-9658-F91F-4E1E-5366A267C6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970156-DD6E-4B7D-B16E-B87D4AF3DCBF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7258752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і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2C473E8-1C2B-FFC7-B35A-29C6A08456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зображення 2">
            <a:extLst>
              <a:ext uri="{FF2B5EF4-FFF2-40B4-BE49-F238E27FC236}">
                <a16:creationId xmlns:a16="http://schemas.microsoft.com/office/drawing/2014/main" id="{55BFA12D-4CAB-B628-031E-E52A84ADBC0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uk-UA"/>
          </a:p>
        </p:txBody>
      </p:sp>
      <p:sp>
        <p:nvSpPr>
          <p:cNvPr id="4" name="Місце для тексту 3">
            <a:extLst>
              <a:ext uri="{FF2B5EF4-FFF2-40B4-BE49-F238E27FC236}">
                <a16:creationId xmlns:a16="http://schemas.microsoft.com/office/drawing/2014/main" id="{7281FFFB-69FE-E56A-FC66-746ECE83E8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5067FE62-16AB-3EED-1AE2-7FF0B4E62B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8E3BA5-3C9A-43FB-A79B-D47138041B44}" type="datetimeFigureOut">
              <a:rPr lang="uk-UA" smtClean="0"/>
              <a:t>15.01.2026</a:t>
            </a:fld>
            <a:endParaRPr lang="uk-UA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A459A4C0-B692-2AE1-A73F-ABB879FA7F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C63EDD7F-9CE8-625D-ABC6-FCFC55E945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970156-DD6E-4B7D-B16E-B87D4AF3DCBF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8803017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і вертикальни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A17A6BD-977E-4A4E-A524-69497F997F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вертикального тексту 2">
            <a:extLst>
              <a:ext uri="{FF2B5EF4-FFF2-40B4-BE49-F238E27FC236}">
                <a16:creationId xmlns:a16="http://schemas.microsoft.com/office/drawing/2014/main" id="{8D5DDFCA-659A-78F7-31A2-D1766F0834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CB31B5AF-F4A5-7362-232B-7F66898F88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8E3BA5-3C9A-43FB-A79B-D47138041B44}" type="datetimeFigureOut">
              <a:rPr lang="uk-UA" smtClean="0"/>
              <a:t>15.01.2026</a:t>
            </a:fld>
            <a:endParaRPr lang="uk-UA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6F4B736C-5E03-9204-FEDD-A725053958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8E717A0A-D8B6-BE6F-9792-DA72AE66CF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970156-DD6E-4B7D-B16E-B87D4AF3DCBF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2631746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ий заголовок і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ий заголовок 1">
            <a:extLst>
              <a:ext uri="{FF2B5EF4-FFF2-40B4-BE49-F238E27FC236}">
                <a16:creationId xmlns:a16="http://schemas.microsoft.com/office/drawing/2014/main" id="{5D2A4A6B-DE15-BAA3-23C6-EAC64A91C33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вертикального тексту 2">
            <a:extLst>
              <a:ext uri="{FF2B5EF4-FFF2-40B4-BE49-F238E27FC236}">
                <a16:creationId xmlns:a16="http://schemas.microsoft.com/office/drawing/2014/main" id="{267A8828-4350-E0CD-E0B5-670B199501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9B75E10E-DDAD-CF6A-40C5-8AE60B9848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8E3BA5-3C9A-43FB-A79B-D47138041B44}" type="datetimeFigureOut">
              <a:rPr lang="uk-UA" smtClean="0"/>
              <a:t>15.01.2026</a:t>
            </a:fld>
            <a:endParaRPr lang="uk-UA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4860574A-BEB8-399E-C8C1-5EDDE61C58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D6DC59D2-84BE-CF17-8B57-9AD489678E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970156-DD6E-4B7D-B16E-B87D4AF3DCBF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13129731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Заголовок і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7C1ECDD-AE3E-CAB4-548E-4990ED6B0F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20F5AA22-6290-6D72-3178-665DF10658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AAB72B39-AD9D-1084-0398-BD8FEC5725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8E3BA5-3C9A-43FB-A79B-D47138041B44}" type="datetimeFigureOut">
              <a:rPr lang="uk-UA" smtClean="0"/>
              <a:t>15.01.2026</a:t>
            </a:fld>
            <a:endParaRPr lang="uk-UA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EBC71C27-3FA1-B8E1-F72B-7D1BABFB81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7285D6CB-ABE4-26E8-67C8-1B43FE630B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970156-DD6E-4B7D-B16E-B87D4AF3DCBF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7127481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аголовка 1">
            <a:extLst>
              <a:ext uri="{FF2B5EF4-FFF2-40B4-BE49-F238E27FC236}">
                <a16:creationId xmlns:a16="http://schemas.microsoft.com/office/drawing/2014/main" id="{35C9A1E1-5DEB-B3A2-C228-6EF23F508F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380A9E07-1226-7771-F4E0-BD1BC81939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0EFB2FEA-2378-6D6B-806F-3E18BD14525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8E3BA5-3C9A-43FB-A79B-D47138041B44}" type="datetimeFigureOut">
              <a:rPr lang="uk-UA" smtClean="0"/>
              <a:t>15.01.2026</a:t>
            </a:fld>
            <a:endParaRPr lang="uk-UA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8AB2BE56-79A7-177E-F487-153C3338A95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uk-UA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43DBC8EC-B319-515E-4DD6-88B855924DC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5970156-DD6E-4B7D-B16E-B87D4AF3DCBF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0645894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uk-UA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671A8AE-40A1-4631-A6B8-581AFF0654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Рисунок 4" descr="Зображення, що містить текст, логотип, символ, емблема&#10;&#10;Вміст на основі ШІ може бути неправильним.">
            <a:extLst>
              <a:ext uri="{FF2B5EF4-FFF2-40B4-BE49-F238E27FC236}">
                <a16:creationId xmlns:a16="http://schemas.microsoft.com/office/drawing/2014/main" id="{813A3D6B-5622-7C64-247E-FF281BA322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6" t="9091" r="23033"/>
          <a:stretch>
            <a:fillRect/>
          </a:stretch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AB58EF07-17C2-48CF-ABB0-EEF1F17CB8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" y="0"/>
            <a:ext cx="9339206" cy="6858000"/>
          </a:xfrm>
          <a:prstGeom prst="rect">
            <a:avLst/>
          </a:prstGeom>
          <a:gradFill>
            <a:gsLst>
              <a:gs pos="58000">
                <a:schemeClr val="tx1"/>
              </a:gs>
              <a:gs pos="33000">
                <a:schemeClr val="tx1">
                  <a:alpha val="64000"/>
                </a:schemeClr>
              </a:gs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617DCAC-BC09-BCE8-0776-7E26971B86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7981" y="1122363"/>
            <a:ext cx="4023360" cy="3204134"/>
          </a:xfrm>
        </p:spPr>
        <p:txBody>
          <a:bodyPr anchor="b">
            <a:normAutofit/>
          </a:bodyPr>
          <a:lstStyle/>
          <a:p>
            <a:pPr algn="l"/>
            <a:r>
              <a:rPr lang="en-US" sz="4800">
                <a:solidFill>
                  <a:schemeClr val="bg1"/>
                </a:solidFill>
              </a:rPr>
              <a:t>Умови в Python: if / elif / else</a:t>
            </a:r>
            <a:endParaRPr lang="uk-UA" sz="4800">
              <a:solidFill>
                <a:schemeClr val="bg1"/>
              </a:solidFill>
            </a:endParaRPr>
          </a:p>
        </p:txBody>
      </p:sp>
      <p:sp>
        <p:nvSpPr>
          <p:cNvPr id="3" name="Підзаголовок 2">
            <a:extLst>
              <a:ext uri="{FF2B5EF4-FFF2-40B4-BE49-F238E27FC236}">
                <a16:creationId xmlns:a16="http://schemas.microsoft.com/office/drawing/2014/main" id="{117E1EF4-55FD-02E0-6A38-CB40522FF20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7980" y="4872922"/>
            <a:ext cx="4023359" cy="1208141"/>
          </a:xfrm>
        </p:spPr>
        <p:txBody>
          <a:bodyPr>
            <a:normAutofit/>
          </a:bodyPr>
          <a:lstStyle/>
          <a:p>
            <a:pPr algn="l"/>
            <a:r>
              <a:rPr lang="ru-RU" sz="2000">
                <a:solidFill>
                  <a:schemeClr val="bg1"/>
                </a:solidFill>
              </a:rPr>
              <a:t>Навчимося приймати рішення в програмі</a:t>
            </a:r>
            <a:endParaRPr lang="uk-UA" sz="2000">
              <a:solidFill>
                <a:schemeClr val="bg1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chemeClr val="tx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001430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Прямокутник 14">
            <a:extLst>
              <a:ext uri="{FF2B5EF4-FFF2-40B4-BE49-F238E27FC236}">
                <a16:creationId xmlns:a16="http://schemas.microsoft.com/office/drawing/2014/main" id="{3772F5E1-29CC-2896-3D36-0BD38F75A54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2" name="Прямокутник 1">
            <a:extLst>
              <a:ext uri="{FF2B5EF4-FFF2-40B4-BE49-F238E27FC236}">
                <a16:creationId xmlns:a16="http://schemas.microsoft.com/office/drawing/2014/main" id="{EBE83A7D-42BA-D8DD-FA72-09FB35D19322}"/>
              </a:ext>
            </a:extLst>
          </p:cNvPr>
          <p:cNvSpPr/>
          <p:nvPr/>
        </p:nvSpPr>
        <p:spPr>
          <a:xfrm>
            <a:off x="3619501" y="623669"/>
            <a:ext cx="3175000" cy="1016000"/>
          </a:xfrm>
          <a:prstGeom prst="rect">
            <a:avLst/>
          </a:prstGeom>
          <a:ln w="38100">
            <a:solidFill>
              <a:schemeClr val="accent5">
                <a:lumMod val="75000"/>
              </a:schemeClr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if </a:t>
            </a:r>
            <a:r>
              <a:rPr lang="uk-UA"/>
              <a:t>умова</a:t>
            </a:r>
          </a:p>
        </p:txBody>
      </p:sp>
      <p:sp>
        <p:nvSpPr>
          <p:cNvPr id="3" name="Прямокутник 2">
            <a:extLst>
              <a:ext uri="{FF2B5EF4-FFF2-40B4-BE49-F238E27FC236}">
                <a16:creationId xmlns:a16="http://schemas.microsoft.com/office/drawing/2014/main" id="{4C3691BD-784D-E7F1-50C7-070F3F0A6270}"/>
              </a:ext>
            </a:extLst>
          </p:cNvPr>
          <p:cNvSpPr/>
          <p:nvPr/>
        </p:nvSpPr>
        <p:spPr>
          <a:xfrm>
            <a:off x="3619501" y="2578308"/>
            <a:ext cx="3175000" cy="1016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else</a:t>
            </a:r>
            <a:endParaRPr lang="uk-UA"/>
          </a:p>
        </p:txBody>
      </p:sp>
      <p:cxnSp>
        <p:nvCxnSpPr>
          <p:cNvPr id="4" name="Пряма зі стрілкою 3">
            <a:extLst>
              <a:ext uri="{FF2B5EF4-FFF2-40B4-BE49-F238E27FC236}">
                <a16:creationId xmlns:a16="http://schemas.microsoft.com/office/drawing/2014/main" id="{961143EE-6246-7BFB-D297-18501C217E89}"/>
              </a:ext>
            </a:extLst>
          </p:cNvPr>
          <p:cNvCxnSpPr>
            <a:cxnSpLocks/>
            <a:stCxn id="2" idx="2"/>
          </p:cNvCxnSpPr>
          <p:nvPr/>
        </p:nvCxnSpPr>
        <p:spPr>
          <a:xfrm>
            <a:off x="5207001" y="1639669"/>
            <a:ext cx="0" cy="938639"/>
          </a:xfrm>
          <a:prstGeom prst="straightConnector1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AF9F82C0-85F9-895F-4912-389757C9BE49}"/>
              </a:ext>
            </a:extLst>
          </p:cNvPr>
          <p:cNvSpPr txBox="1"/>
          <p:nvPr/>
        </p:nvSpPr>
        <p:spPr>
          <a:xfrm>
            <a:off x="3754413" y="3766519"/>
            <a:ext cx="3174999" cy="707886"/>
          </a:xfrm>
          <a:prstGeom prst="rect">
            <a:avLst/>
          </a:prstGeom>
          <a:noFill/>
          <a:effectLst>
            <a:glow rad="139700">
              <a:schemeClr val="accent4">
                <a:satMod val="175000"/>
                <a:alpha val="40000"/>
              </a:schemeClr>
            </a:glow>
          </a:effectLst>
        </p:spPr>
        <p:txBody>
          <a:bodyPr vert="horz"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if — </a:t>
            </a:r>
            <a:r>
              <a:rPr lang="uk-UA" sz="2000" dirty="0">
                <a:solidFill>
                  <a:srgbClr val="FF0000"/>
                </a:solidFill>
              </a:rPr>
              <a:t>якщо умова істинна</a:t>
            </a:r>
          </a:p>
          <a:p>
            <a:r>
              <a:rPr lang="en-US" sz="2000" dirty="0">
                <a:solidFill>
                  <a:srgbClr val="FF0000"/>
                </a:solidFill>
              </a:rPr>
              <a:t>else — </a:t>
            </a:r>
            <a:r>
              <a:rPr lang="uk-UA" sz="2000" dirty="0">
                <a:solidFill>
                  <a:srgbClr val="FF0000"/>
                </a:solidFill>
              </a:rPr>
              <a:t>якщо умова хибна</a:t>
            </a:r>
          </a:p>
        </p:txBody>
      </p:sp>
      <p:pic>
        <p:nvPicPr>
          <p:cNvPr id="10" name="Рисунок 9" descr="Зображення, що містить текст, логотип, символ, емблема&#10;&#10;Вміст на основі ШІ може бути неправильним.">
            <a:extLst>
              <a:ext uri="{FF2B5EF4-FFF2-40B4-BE49-F238E27FC236}">
                <a16:creationId xmlns:a16="http://schemas.microsoft.com/office/drawing/2014/main" id="{4876FB12-6607-23B6-C590-D8A185D3539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277" b="89941" l="9961" r="89974">
                        <a14:foregroundMark x1="52930" y1="11621" x2="47982" y2="927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58787" y="0"/>
            <a:ext cx="2290998" cy="1527332"/>
          </a:xfrm>
          <a:prstGeom prst="rect">
            <a:avLst/>
          </a:prstGeom>
        </p:spPr>
      </p:pic>
      <p:pic>
        <p:nvPicPr>
          <p:cNvPr id="12" name="Рисунок 11" descr="Зображення, що містить текст, знімок екрана, Шрифт, число&#10;&#10;Вміст на основі ШІ може бути неправильним.">
            <a:extLst>
              <a:ext uri="{FF2B5EF4-FFF2-40B4-BE49-F238E27FC236}">
                <a16:creationId xmlns:a16="http://schemas.microsoft.com/office/drawing/2014/main" id="{A95A5B0D-C812-7D86-D998-0866742E781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14807" y="763666"/>
            <a:ext cx="3694763" cy="3712875"/>
          </a:xfrm>
          <a:prstGeom prst="rect">
            <a:avLst/>
          </a:prstGeom>
        </p:spPr>
      </p:pic>
      <p:pic>
        <p:nvPicPr>
          <p:cNvPr id="14" name="Рисунок 13" descr="Зображення, що містить текст, знімок екрана, Шрифт, число&#10;&#10;Вміст на основі ШІ може бути неправильним.">
            <a:extLst>
              <a:ext uri="{FF2B5EF4-FFF2-40B4-BE49-F238E27FC236}">
                <a16:creationId xmlns:a16="http://schemas.microsoft.com/office/drawing/2014/main" id="{EAB9A98D-05A7-2158-E528-89DE01E53DB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0544" y="3042000"/>
            <a:ext cx="3120368" cy="27335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29679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Прямокутник 16">
            <a:extLst>
              <a:ext uri="{FF2B5EF4-FFF2-40B4-BE49-F238E27FC236}">
                <a16:creationId xmlns:a16="http://schemas.microsoft.com/office/drawing/2014/main" id="{F196F5D7-F7F6-07C1-2D2C-36475364BD6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2" name="Прямокутник 1">
            <a:extLst>
              <a:ext uri="{FF2B5EF4-FFF2-40B4-BE49-F238E27FC236}">
                <a16:creationId xmlns:a16="http://schemas.microsoft.com/office/drawing/2014/main" id="{6E18F098-7B58-2E7C-4FC7-28CA72117823}"/>
              </a:ext>
            </a:extLst>
          </p:cNvPr>
          <p:cNvSpPr/>
          <p:nvPr/>
        </p:nvSpPr>
        <p:spPr>
          <a:xfrm>
            <a:off x="3810000" y="825500"/>
            <a:ext cx="2540000" cy="889000"/>
          </a:xfrm>
          <a:prstGeom prst="rect">
            <a:avLst/>
          </a:prstGeom>
          <a:ln w="38100">
            <a:solidFill>
              <a:schemeClr val="accent5">
                <a:lumMod val="75000"/>
              </a:schemeClr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if</a:t>
            </a:r>
            <a:endParaRPr lang="uk-UA"/>
          </a:p>
        </p:txBody>
      </p:sp>
      <p:sp>
        <p:nvSpPr>
          <p:cNvPr id="3" name="Прямокутник 2">
            <a:extLst>
              <a:ext uri="{FF2B5EF4-FFF2-40B4-BE49-F238E27FC236}">
                <a16:creationId xmlns:a16="http://schemas.microsoft.com/office/drawing/2014/main" id="{589FED46-513F-142C-A047-317482C2BDCF}"/>
              </a:ext>
            </a:extLst>
          </p:cNvPr>
          <p:cNvSpPr/>
          <p:nvPr/>
        </p:nvSpPr>
        <p:spPr>
          <a:xfrm>
            <a:off x="3810000" y="2159000"/>
            <a:ext cx="2540000" cy="889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elif</a:t>
            </a:r>
            <a:endParaRPr lang="uk-UA"/>
          </a:p>
        </p:txBody>
      </p:sp>
      <p:sp>
        <p:nvSpPr>
          <p:cNvPr id="4" name="Прямокутник 3">
            <a:extLst>
              <a:ext uri="{FF2B5EF4-FFF2-40B4-BE49-F238E27FC236}">
                <a16:creationId xmlns:a16="http://schemas.microsoft.com/office/drawing/2014/main" id="{4823CED9-45C8-5784-D4FA-6D4B028E25ED}"/>
              </a:ext>
            </a:extLst>
          </p:cNvPr>
          <p:cNvSpPr/>
          <p:nvPr/>
        </p:nvSpPr>
        <p:spPr>
          <a:xfrm>
            <a:off x="3810000" y="3543092"/>
            <a:ext cx="2540000" cy="889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else</a:t>
            </a:r>
            <a:endParaRPr lang="uk-UA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7EB3B93-6F39-5BED-7EE5-F62CD2FF5B4D}"/>
              </a:ext>
            </a:extLst>
          </p:cNvPr>
          <p:cNvSpPr txBox="1"/>
          <p:nvPr/>
        </p:nvSpPr>
        <p:spPr>
          <a:xfrm>
            <a:off x="3810000" y="4820335"/>
            <a:ext cx="2395928" cy="92333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dirty="0" err="1">
                <a:solidFill>
                  <a:srgbClr val="FF0000"/>
                </a:solidFill>
              </a:rPr>
              <a:t>elif</a:t>
            </a:r>
            <a:r>
              <a:rPr lang="en-US" dirty="0">
                <a:solidFill>
                  <a:srgbClr val="FF0000"/>
                </a:solidFill>
              </a:rPr>
              <a:t> = </a:t>
            </a:r>
            <a:r>
              <a:rPr lang="uk-UA" dirty="0">
                <a:solidFill>
                  <a:srgbClr val="FF0000"/>
                </a:solidFill>
              </a:rPr>
              <a:t>інакше якщо</a:t>
            </a:r>
          </a:p>
          <a:p>
            <a:r>
              <a:rPr lang="uk-UA" dirty="0">
                <a:solidFill>
                  <a:srgbClr val="FF0000"/>
                </a:solidFill>
              </a:rPr>
              <a:t>Перевіряється, якщо </a:t>
            </a:r>
            <a:r>
              <a:rPr lang="en-US" dirty="0">
                <a:solidFill>
                  <a:srgbClr val="FF0000"/>
                </a:solidFill>
              </a:rPr>
              <a:t>if = False</a:t>
            </a:r>
            <a:endParaRPr lang="uk-UA" dirty="0">
              <a:solidFill>
                <a:srgbClr val="FF0000"/>
              </a:solidFill>
            </a:endParaRPr>
          </a:p>
        </p:txBody>
      </p:sp>
      <p:cxnSp>
        <p:nvCxnSpPr>
          <p:cNvPr id="7" name="Пряма зі стрілкою 6">
            <a:extLst>
              <a:ext uri="{FF2B5EF4-FFF2-40B4-BE49-F238E27FC236}">
                <a16:creationId xmlns:a16="http://schemas.microsoft.com/office/drawing/2014/main" id="{3C90AF98-A53B-4E40-7BBF-FB370C43CD08}"/>
              </a:ext>
            </a:extLst>
          </p:cNvPr>
          <p:cNvCxnSpPr>
            <a:stCxn id="2" idx="2"/>
            <a:endCxn id="3" idx="0"/>
          </p:cNvCxnSpPr>
          <p:nvPr/>
        </p:nvCxnSpPr>
        <p:spPr>
          <a:xfrm>
            <a:off x="5080000" y="1714500"/>
            <a:ext cx="0" cy="4445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Пряма зі стрілкою 7">
            <a:extLst>
              <a:ext uri="{FF2B5EF4-FFF2-40B4-BE49-F238E27FC236}">
                <a16:creationId xmlns:a16="http://schemas.microsoft.com/office/drawing/2014/main" id="{71557471-0B8D-084E-A1CE-3064B0830E03}"/>
              </a:ext>
            </a:extLst>
          </p:cNvPr>
          <p:cNvCxnSpPr/>
          <p:nvPr/>
        </p:nvCxnSpPr>
        <p:spPr>
          <a:xfrm>
            <a:off x="5080000" y="3048000"/>
            <a:ext cx="0" cy="4445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Рисунок 9" descr="Зображення, що містить текст, логотип, символ, емблема&#10;&#10;Вміст на основі ШІ може бути неправильним.">
            <a:extLst>
              <a:ext uri="{FF2B5EF4-FFF2-40B4-BE49-F238E27FC236}">
                <a16:creationId xmlns:a16="http://schemas.microsoft.com/office/drawing/2014/main" id="{10829340-7E40-53E9-DBE7-4E44770B6B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277" b="89941" l="9961" r="89974">
                        <a14:foregroundMark x1="52930" y1="11621" x2="47982" y2="927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58787" y="0"/>
            <a:ext cx="2290998" cy="1527332"/>
          </a:xfrm>
          <a:prstGeom prst="rect">
            <a:avLst/>
          </a:prstGeom>
        </p:spPr>
      </p:pic>
      <p:pic>
        <p:nvPicPr>
          <p:cNvPr id="12" name="Рисунок 11" descr="Зображення, що містить текст, знімок екрана, Шрифт, програмне забезпечення&#10;&#10;Вміст на основі ШІ може бути неправильним.">
            <a:extLst>
              <a:ext uri="{FF2B5EF4-FFF2-40B4-BE49-F238E27FC236}">
                <a16:creationId xmlns:a16="http://schemas.microsoft.com/office/drawing/2014/main" id="{4A183704-63BD-E0E5-8C1C-D377559DFFF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3390" y="3048000"/>
            <a:ext cx="2981611" cy="3407556"/>
          </a:xfrm>
          <a:prstGeom prst="rect">
            <a:avLst/>
          </a:prstGeom>
        </p:spPr>
      </p:pic>
      <p:pic>
        <p:nvPicPr>
          <p:cNvPr id="14" name="Рисунок 13" descr="Зображення, що містить текст, знімок екрана, програмне забезпечення, Мультимедійне програмне забезпечення&#10;&#10;Вміст на основі ШІ може бути неправильним.">
            <a:extLst>
              <a:ext uri="{FF2B5EF4-FFF2-40B4-BE49-F238E27FC236}">
                <a16:creationId xmlns:a16="http://schemas.microsoft.com/office/drawing/2014/main" id="{992F67FD-E13E-2256-B278-9D756955567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84999" y="109940"/>
            <a:ext cx="3289012" cy="3433152"/>
          </a:xfrm>
          <a:prstGeom prst="rect">
            <a:avLst/>
          </a:prstGeom>
        </p:spPr>
      </p:pic>
      <p:pic>
        <p:nvPicPr>
          <p:cNvPr id="16" name="Рисунок 15" descr="Зображення, що містить текст, знімок екрана, програмне забезпечення, Мультимедійне програмне забезпечення&#10;&#10;Вміст на основі ШІ може бути неправильним.">
            <a:extLst>
              <a:ext uri="{FF2B5EF4-FFF2-40B4-BE49-F238E27FC236}">
                <a16:creationId xmlns:a16="http://schemas.microsoft.com/office/drawing/2014/main" id="{1E5C437F-8C07-65EE-697C-1FC4E274256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17001" y="3543092"/>
            <a:ext cx="2695992" cy="3063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23537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кутник 7">
            <a:extLst>
              <a:ext uri="{FF2B5EF4-FFF2-40B4-BE49-F238E27FC236}">
                <a16:creationId xmlns:a16="http://schemas.microsoft.com/office/drawing/2014/main" id="{E93D7809-F0C0-F116-942A-33E82CCEE60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999C7CB-B468-EB85-FB44-A68B13D2CB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>
                <a:solidFill>
                  <a:srgbClr val="00B0F0"/>
                </a:solidFill>
              </a:rPr>
              <a:t>Оператори порівняння</a:t>
            </a:r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012F84C0-7444-59D0-AB73-1B77B61289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uk-UA" dirty="0">
                <a:solidFill>
                  <a:schemeClr val="accent2">
                    <a:lumMod val="75000"/>
                  </a:schemeClr>
                </a:solidFill>
              </a:rPr>
              <a:t>==  дорівнює</a:t>
            </a:r>
          </a:p>
          <a:p>
            <a:r>
              <a:rPr lang="uk-UA" dirty="0">
                <a:solidFill>
                  <a:schemeClr val="accent2">
                    <a:lumMod val="75000"/>
                  </a:schemeClr>
                </a:solidFill>
              </a:rPr>
              <a:t>!=  не дорівнює</a:t>
            </a:r>
          </a:p>
          <a:p>
            <a:r>
              <a:rPr lang="uk-UA" dirty="0">
                <a:solidFill>
                  <a:schemeClr val="accent2">
                    <a:lumMod val="75000"/>
                  </a:schemeClr>
                </a:solidFill>
              </a:rPr>
              <a:t>&lt;   менше</a:t>
            </a:r>
          </a:p>
          <a:p>
            <a:r>
              <a:rPr lang="uk-UA" dirty="0">
                <a:solidFill>
                  <a:schemeClr val="accent2">
                    <a:lumMod val="75000"/>
                  </a:schemeClr>
                </a:solidFill>
              </a:rPr>
              <a:t>&lt;=  менше або дорівнює</a:t>
            </a:r>
          </a:p>
          <a:p>
            <a:r>
              <a:rPr lang="uk-UA" dirty="0">
                <a:solidFill>
                  <a:schemeClr val="accent2">
                    <a:lumMod val="75000"/>
                  </a:schemeClr>
                </a:solidFill>
              </a:rPr>
              <a:t>&gt;   більше</a:t>
            </a:r>
          </a:p>
          <a:p>
            <a:r>
              <a:rPr lang="uk-UA" dirty="0">
                <a:solidFill>
                  <a:schemeClr val="accent2">
                    <a:lumMod val="75000"/>
                  </a:schemeClr>
                </a:solidFill>
              </a:rPr>
              <a:t>&gt;=  більше або дорівнює</a:t>
            </a:r>
          </a:p>
        </p:txBody>
      </p:sp>
      <p:pic>
        <p:nvPicPr>
          <p:cNvPr id="5" name="Рисунок 4" descr="Зображення, що містить текст, логотип, символ, емблема&#10;&#10;Вміст на основі ШІ може бути неправильним.">
            <a:extLst>
              <a:ext uri="{FF2B5EF4-FFF2-40B4-BE49-F238E27FC236}">
                <a16:creationId xmlns:a16="http://schemas.microsoft.com/office/drawing/2014/main" id="{D72D51A7-9631-F8E4-2096-4DD6523418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277" b="89941" l="9961" r="89974">
                        <a14:foregroundMark x1="52930" y1="11621" x2="47982" y2="927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9239" y="0"/>
            <a:ext cx="2290998" cy="1527332"/>
          </a:xfrm>
          <a:prstGeom prst="rect">
            <a:avLst/>
          </a:prstGeom>
        </p:spPr>
      </p:pic>
      <p:pic>
        <p:nvPicPr>
          <p:cNvPr id="7" name="Рисунок 6" descr="Зображення, що містить текст, знімок екрана, програмне забезпечення, Мультимедійне програмне забезпечення&#10;&#10;Вміст на основі ШІ може бути неправильним.">
            <a:extLst>
              <a:ext uri="{FF2B5EF4-FFF2-40B4-BE49-F238E27FC236}">
                <a16:creationId xmlns:a16="http://schemas.microsoft.com/office/drawing/2014/main" id="{6F5EFE47-FD59-5B2F-7229-DF785BD2421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91377" y="365125"/>
            <a:ext cx="3377862" cy="6375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3190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кутник 4">
            <a:extLst>
              <a:ext uri="{FF2B5EF4-FFF2-40B4-BE49-F238E27FC236}">
                <a16:creationId xmlns:a16="http://schemas.microsoft.com/office/drawing/2014/main" id="{5E1B3206-CFBA-A248-DB42-2214692CAF0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479E223-D211-83EB-130D-7AFCDA1004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54443" y="201769"/>
            <a:ext cx="6252148" cy="1325563"/>
          </a:xfrm>
        </p:spPr>
        <p:txBody>
          <a:bodyPr/>
          <a:lstStyle/>
          <a:p>
            <a:r>
              <a:rPr lang="uk-UA" dirty="0">
                <a:solidFill>
                  <a:srgbClr val="FFC000"/>
                </a:solidFill>
              </a:rPr>
              <a:t>Практичне завдання</a:t>
            </a:r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A298BD36-76C5-C5F1-F6AF-73B5DC0E3D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2055813"/>
            <a:ext cx="7796134" cy="412013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uk-UA" sz="3200" dirty="0">
                <a:solidFill>
                  <a:srgbClr val="00B050"/>
                </a:solidFill>
              </a:rPr>
              <a:t>Створи програму:</a:t>
            </a:r>
          </a:p>
          <a:p>
            <a:pPr marL="0" indent="0">
              <a:buNone/>
            </a:pPr>
            <a:r>
              <a:rPr lang="uk-UA" sz="3200" dirty="0">
                <a:solidFill>
                  <a:srgbClr val="00B050"/>
                </a:solidFill>
              </a:rPr>
              <a:t>1) Запитує вік користувача (</a:t>
            </a:r>
            <a:r>
              <a:rPr lang="en-US" sz="3200" dirty="0">
                <a:solidFill>
                  <a:srgbClr val="00B050"/>
                </a:solidFill>
                <a:latin typeface="Algerian" panose="04020705040A02060702" pitchFamily="82" charset="0"/>
              </a:rPr>
              <a:t>input)</a:t>
            </a:r>
          </a:p>
          <a:p>
            <a:pPr marL="0" indent="0">
              <a:buNone/>
            </a:pPr>
            <a:r>
              <a:rPr lang="en-US" sz="3200" dirty="0">
                <a:solidFill>
                  <a:srgbClr val="00B050"/>
                </a:solidFill>
                <a:latin typeface="Algerian" panose="04020705040A02060702" pitchFamily="82" charset="0"/>
              </a:rPr>
              <a:t>2) </a:t>
            </a:r>
            <a:r>
              <a:rPr lang="uk-UA" sz="3200" dirty="0">
                <a:solidFill>
                  <a:srgbClr val="00B050"/>
                </a:solidFill>
              </a:rPr>
              <a:t>Якщо вік &lt; 12 — вивести 'Дитина'</a:t>
            </a:r>
          </a:p>
          <a:p>
            <a:pPr marL="0" indent="0">
              <a:buNone/>
            </a:pPr>
            <a:r>
              <a:rPr lang="uk-UA" sz="3200" dirty="0">
                <a:solidFill>
                  <a:srgbClr val="00B050"/>
                </a:solidFill>
              </a:rPr>
              <a:t>3) Якщо 12–17 — 'Підліток'</a:t>
            </a:r>
          </a:p>
          <a:p>
            <a:pPr marL="0" indent="0">
              <a:buNone/>
            </a:pPr>
            <a:r>
              <a:rPr lang="uk-UA" sz="3200" dirty="0">
                <a:solidFill>
                  <a:srgbClr val="00B050"/>
                </a:solidFill>
              </a:rPr>
              <a:t>4) Якщо &gt;= 18 — 'Дорослий</a:t>
            </a:r>
            <a:r>
              <a:rPr lang="en-US" sz="3200" dirty="0">
                <a:solidFill>
                  <a:srgbClr val="00B050"/>
                </a:solidFill>
                <a:latin typeface="Algerian" panose="04020705040A02060702" pitchFamily="82" charset="0"/>
              </a:rPr>
              <a:t>’</a:t>
            </a:r>
            <a:endParaRPr lang="uk-UA" sz="3200" dirty="0">
              <a:solidFill>
                <a:srgbClr val="00B050"/>
              </a:solidFill>
            </a:endParaRPr>
          </a:p>
        </p:txBody>
      </p:sp>
      <p:pic>
        <p:nvPicPr>
          <p:cNvPr id="4" name="Рисунок 3" descr="Зображення, що містить текст, логотип, символ, емблема&#10;&#10;Вміст на основі ШІ може бути неправильним.">
            <a:extLst>
              <a:ext uri="{FF2B5EF4-FFF2-40B4-BE49-F238E27FC236}">
                <a16:creationId xmlns:a16="http://schemas.microsoft.com/office/drawing/2014/main" id="{B55FF10E-69BB-EA25-5F6C-D595DEC24A7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277" b="89941" l="9961" r="89974">
                        <a14:foregroundMark x1="52930" y1="11621" x2="47982" y2="927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03370" y="0"/>
            <a:ext cx="2395929" cy="1597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6016181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Офіс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Офіс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Офіс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97</Words>
  <Application>Microsoft Office PowerPoint</Application>
  <PresentationFormat>Широкий екран</PresentationFormat>
  <Paragraphs>24</Paragraphs>
  <Slides>5</Slides>
  <Notes>0</Notes>
  <HiddenSlides>0</HiddenSlides>
  <MMClips>0</MMClips>
  <ScaleCrop>false</ScaleCrop>
  <HeadingPairs>
    <vt:vector size="6" baseType="variant">
      <vt:variant>
        <vt:lpstr>Використані шрифти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слайдів</vt:lpstr>
      </vt:variant>
      <vt:variant>
        <vt:i4>5</vt:i4>
      </vt:variant>
    </vt:vector>
  </HeadingPairs>
  <TitlesOfParts>
    <vt:vector size="11" baseType="lpstr">
      <vt:lpstr>Algerian</vt:lpstr>
      <vt:lpstr>Aptos</vt:lpstr>
      <vt:lpstr>Aptos Display</vt:lpstr>
      <vt:lpstr>Arial</vt:lpstr>
      <vt:lpstr>Calibri</vt:lpstr>
      <vt:lpstr>Тема Office</vt:lpstr>
      <vt:lpstr>Умови в Python: if / elif / else</vt:lpstr>
      <vt:lpstr>Презентація PowerPoint</vt:lpstr>
      <vt:lpstr>Презентація PowerPoint</vt:lpstr>
      <vt:lpstr>Оператори порівняння</vt:lpstr>
      <vt:lpstr>Практичне завдання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Коханчук Денис Тарасович</dc:creator>
  <cp:lastModifiedBy>Коханчук Денис Тарасович</cp:lastModifiedBy>
  <cp:revision>3</cp:revision>
  <dcterms:created xsi:type="dcterms:W3CDTF">2026-01-15T20:19:14Z</dcterms:created>
  <dcterms:modified xsi:type="dcterms:W3CDTF">2026-01-15T20:40:53Z</dcterms:modified>
</cp:coreProperties>
</file>